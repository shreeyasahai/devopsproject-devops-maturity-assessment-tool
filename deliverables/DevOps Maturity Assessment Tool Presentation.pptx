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e4ca77bbf_1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e4ca77bb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e4ca77bbf_1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e4ca77bb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e4ca77bbf_1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e4ca77bbf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e4ca77bbf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e4ca77bbf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e4ca77bbf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e4ca77bbf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DevOps Maturity Assessment Tool</a:t>
            </a:r>
            <a:endParaRPr sz="3800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18"/>
            <a:ext cx="82221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By: SHREEYA SAHAI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    (23FE10CSE00420)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Organizations often lack a structured way to evaluate their DevOps practices and identify areas for improvement. This tool provides a comprehensive, interactive assessment across six key DevOps dimensions, generating actionable insights and a visual maturity report.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Multi-category Assessment: 18 questions across CI/CD, Infrastructure as Code, Monitoring &amp; Observability, Culture &amp; Collaboration, Security (DevSecOps), and Testing &amp; Quality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Radar Chart Visualization: Custom SVG radar chart mapping strengths and weaknesses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Maturity Level Scoring: 5-level maturity model (Initial → Optimized) with percentage-based thresholds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Actionable Recommendations: Category-specific improvement suggestions based on current score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Stack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Core Technologies</a:t>
            </a:r>
            <a:endParaRPr b="1"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TypeScript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React 18 + Vite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Tailwind CSS + shadcn/ui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/>
              <a:t>Visualization</a:t>
            </a:r>
            <a:endParaRPr b="1"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Custom SVG Radar Chart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DevOps Tools</a:t>
            </a:r>
            <a:endParaRPr b="1"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Git (Version Control)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Docker (Containerization)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Vitest (Testing)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Scoring Criteria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71900" y="1919075"/>
            <a:ext cx="8222100" cy="31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tool evaluates 18 questions across 6 DevOps categories. Each question is rated on a 4-point maturity scale.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Score Range per Question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1 → Very Low / Initial Practice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2 → Basic Implementation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3 → Defined / Managed Practice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4 → Advanced / Optimized Practice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 Score Calculation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71900" y="1919075"/>
            <a:ext cx="8222100" cy="31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For each category: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/>
              <a:t>Total Score</a:t>
            </a:r>
            <a:r>
              <a:rPr lang="en" sz="1400"/>
              <a:t> = Sum of scores for all questions in that category.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/>
              <a:t>Maximum Score</a:t>
            </a:r>
            <a:r>
              <a:rPr lang="en" sz="1400"/>
              <a:t> = Number of Questions × 4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/>
              <a:t>Category Percentage</a:t>
            </a:r>
            <a:r>
              <a:rPr lang="en" sz="1400"/>
              <a:t> = (Total Score / Max Score) × 100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/>
              <a:t>Average Score</a:t>
            </a:r>
            <a:r>
              <a:rPr lang="en" sz="1400"/>
              <a:t> = Total Score / Number of Questions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rgbClr val="FFFF00"/>
                </a:highlight>
              </a:rPr>
              <a:t>Overall Maturity (%) = (Sum of Category Percentages) ÷ Number of Categories</a:t>
            </a:r>
            <a:endParaRPr b="1" sz="1400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Web-based tool to evaluate an organization's DevOps maturity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Generates visual reports and improvement recommendations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Helps teams identify strengths, weaknesses, and next steps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